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1/33 · Megatron-Lite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2/33 · Agenda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3/33 · Section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4/33 · 1.1 RL 资源目标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5/33 · 1.0 Case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6/33 · 1.2 调节选项耦合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7/33 · 1.3 五类压力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8/33 · Section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9/33 · 2.1 Baseline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10/33 · 2.2 Path A pressure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11/33 · 2.2 Path B pressure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12/33 · 2.3.1 Linear 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13/33 · 2.3.2 FSDP2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14/33 · 2.3.2 Role shift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15/33 · 2.4 Communication 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16/33 · 2.4.1 no-chunk vs chunk2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17/33 · 2.4.2 Forward trace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18/33 · 2.4.2 Backward trace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19/33 · 2.4.2 Fused 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20/33 · 2.4.3 Sequence peak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21/33 · 2.4.3 Sequence sweep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22/33 · 2.5 Combined 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23/33 · 2.6 Recipe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24/33 · Section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25/33 · 3.1 接入成本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26/33 · 3.2 Megatron-Lite 形态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27/33 · 3.3 Optimization to primitive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28/33 · 3.4 Agentic 开发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29/33 · Section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30/33 · 4.1 技术结论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31/33 · 4.2 后续工作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32/33 · Megatron-Lite / mlite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33/33 ·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